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s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58368"/>
            <a:ext cx="3200400" cy="987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91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AUTONOMOUS TABLETOP ROBOTIC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612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A.T.R.I. 桌面自主人形智能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面向具身智能教学与竞赛的桌面级双足机器人平台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申报高校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西安交通大学 (国家首批具身智能专业建设高校)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申报赛道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高教主赛道 · 本科生创意组 (陕西赛区特色专项 · 小人形组)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项目负责人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何浩睿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核心团队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周柏宇 · 胡晟瑞 · 王旭琪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指导教师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陈妍 老师  ·  李璐 老师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阶段说明    </a:t>
            </a:r>
            <a:r>
              <a:rPr sz="1200" b="1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【方案设计已完成】 专项赛材料评审遴选专稿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01  /  项目背景与立项初衷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痛点剖析与立项使命：打破高校具身智能实践壁垒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02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7276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高校具身智能面临的三大现实门槛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传统机器人方案难以满足本科规模化实验教学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FF6E6E"/>
                </a:solidFill>
                <a:latin typeface="Noto Sans CJK SC"/>
                <a:ea typeface="Noto Sans CJK SC"/>
                <a:cs typeface="Noto Sans CJK SC"/>
              </a:rPr>
              <a:t>高昂设备门槛 · 万元以上难以成组普及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全尺寸人形机器人动辄数十万，常规小型教具也在万元以上，高校教学难以成班成组配置双足实验台。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6E6E"/>
                </a:solidFill>
                <a:latin typeface="Noto Sans CJK SC"/>
                <a:ea typeface="Noto Sans CJK SC"/>
                <a:cs typeface="Noto Sans CJK SC"/>
              </a:rPr>
              <a:t>算法碎片割裂 · 缺乏统一状态机平台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人脸比对、路径循迹、夹取与双足步态散落于各个开源工程，缺乏统一闭环调度引擎，难以开展系统化教学。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6E6E"/>
                </a:solidFill>
                <a:latin typeface="Noto Sans CJK SC"/>
                <a:ea typeface="Noto Sans CJK SC"/>
                <a:cs typeface="Noto Sans CJK SC"/>
              </a:rPr>
              <a:t>传统竞赛局限 · 割裂堆砌单任务代码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传统参赛团队常针对五项赛题分别做独立程序，缺乏任务卡调度机制，换场与维护极度繁琐脆弱。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A.T.R.I. 的破局之道：统一 · 离线 · 低成本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桌面级闭环，打造随处可及的具身智能试验场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极致平民造价 · 约 3600 元新增预算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依托标准串行总线舵机与 3D 打印结构，实验室极低门槛即可自组复刻，真正服务于高校教学。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统一调度架构 · JSON 任务卡驱动五项赛题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打造“大脑—小脑”双层框架与统一状态机，单机一套系统无缝流转五大任务区。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严谨规范设计 · 全流程离线闭环自研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不依赖云端 API，现场断网自主决策。设计文档、仿真验证与研发日志连贯沉淀。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02  /  机构设计与约束核验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赛题硬约束核验与构型设计：极致合规与紧凑轻量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03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机体尺寸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37.3 × 18.7 × 10.6 cm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官方上限：60 × 30 × 30 cm（完全合规）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主动自由度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22 DOF（双腿10+臂8+躯2+头2）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官方门槛：总数≥18 / 腿≥4 / 上肢躯干≥10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动力与供电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11.1V 3S 锂电池组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官方门槛：工作电压≥7.4V（充裕动力冗余）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自研运行模式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全板载离线推理决策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现场可拔网线运行 / 适配 2.4×2.4m 赛场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35808"/>
            <a:ext cx="5440680" cy="32461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16382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22 自由度黄金运动构型规划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547872"/>
            <a:ext cx="5074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双腿系统 (10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每腿 5 自由度 (髋3+膝1+踝1)，覆盖抬腿、交替迈步与动态落地姿态调平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双臂与末端 (8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每臂 4 自由度 (肩2+肘1+夹爪1)，夹爪紧贴肘端，减重并强化轻物抓取可靠性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躯干调整 (2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提供俯仰与横滚调节，为行进中动态零力矩点 (ZMP) 平衡提供关键补偿余量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头部巡视 (2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俯仰与偏航双轴转动，协同单目广角相机保持桌面俯视与人脸水平精准追踪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035808"/>
            <a:ext cx="5285232" cy="32461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163824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同类机型对比与设计合理性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547872"/>
            <a:ext cx="49194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全尺寸人形机 (如宇树 G1)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身高超 1 米，造价数万至十余万，超出小人形组尺寸上限，难进普通实验室。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商业小型双足 (如优必选 Yanshee)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关节总数低于官方 18 DOF 下限，接口封闭，难以支撑高阶算法扩展。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小型四足/变形机器人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非直立双足形态或双臂自由度严重不足，无法兼顾搬运、踢球等多功能赛题。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A.T.R.I. 桌面自主平台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精准卡位小人形组上限；高阶开源接口；自研状态机统一调度；造价仅千元级。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03  /  系统软硬件架构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“大脑—小脑”分层协同架构：高低频解耦与闭环控制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04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989320" cy="23317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499616"/>
            <a:ext cx="5623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大脑计算层  ·  High-Level Brain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边缘 Linux 单元 · 视觉感知、离线交互与多任务状态机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03120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统一 JSON 任务卡驱动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以 JSON 格式统一描述任务卡参数与人脸库路径，业务与底层解耦。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全离线视觉感知流水线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轻量化模型实现人脸比对、地面二维码解码及搬运物体边界框定位。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任务有限状态机 (FSM)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按「待机 → 任务进入 → 技能执行 → 结果反馈」严格闭环流转调度。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58768"/>
            <a:ext cx="5989320" cy="23317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68496"/>
            <a:ext cx="5623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小脑控制层  ·  Low-Level Cerebellum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STM32 + 6轴 IMU · 毫秒级步态解算、平衡补偿与舵机群控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72000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高频步态生成与逆运动学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基于零力矩点 (ZMP) 与倒立摆模型，毫秒级解算 22 自由度关节目标角。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6 轴 IMU 姿态闭环与保护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实时检测倾角与加速度微调双足平稳；检测失稳倾倒立即切断舵机扭矩防烧。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标准串行总线舵机群控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单总线级联 22 路高扭矩舵机，具备绝对位置回传与温度/电流异常过载保护。</a:t>
            </a:r>
          </a:p>
        </p:txBody>
      </p:sp>
      <p:pic>
        <p:nvPicPr>
          <p:cNvPr id="16" name="Picture 15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1732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04  /  核心竞赛任务实现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五项竞赛任务闭环方案：从感知识别到物理执行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05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44475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01  人脸识别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离线检测与播报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采集图像 → 本地检测人脸 → 提取特征向量 → 库内比对匹配 → 本地 TTS 播报姓名。支持 2~3 名测试人员特征冷启动。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02  二维码循迹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指令动态下发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单目相机捕获地面码 → 透视畸变矫正 → 解码提取 JSON 任务指令 → 状态机解析调度，精准执行前进与转向。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6499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03  物品搬运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视觉对齐与夹取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视觉识别轻物色块及外形 → 计算相对偏航并微调步态对齐 → 双臂夹爪闭合抓取 → 平移搬运至指定目标区释放。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04  体育运动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视觉伺服踢球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单目检测球体坐标 → 步态微调对齐入球击打区域 → 触发预设腿部踢球动力学动作，仿真预先标定动作迁移。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28523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05  娱乐交互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多模态音舞同步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环形麦克风拾音 → 离线关键词应答检测 → 触发本地音乐库播放 → 驱动 22 自由度步态短舞序列，实现音律同步。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05  /  申报优势与遴选说服力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为什么选择 A.T.R.I.？四大核心技术优势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06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554480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01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一机多任务统一调度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共用同一套底层软件栈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打破比赛针对每项任务单做程序的弊端。五大任务共用一套 JSON 任务卡、状态机和技能库，以工程化架构实现全流程自主运转。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8988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554480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02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任务动态指令化下发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二维码不仅是标志更是程序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50545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突破传统二维码仅作位置标签的局限。将 JSON 指令直接嵌入二维码，现场无需刷机或重新编译，即可动态注入新路径与新任务。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1304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77639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03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严谨全流程真离线体系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拔掉网线，自主决策依然平稳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92861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人脸比对、模型推理、二维码解析、语音交互全部运行在本地板载芯片中。彻底杜绝比赛现场弱网、断网导致的瘫痪事故。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1304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4" y="3977639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04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极低造价与高教学复用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约 3600 元新增造价标杆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492861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采用 3D 打印与标准总线舵机，搭配实验室既有开发板，新增预算约 3600 元，让高校具身智能实验台成班部署成为现实。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06  /  教学复用与生态价值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服务高校本科教学：具身智能新专业的实验基座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07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服务国家首批「具身智能」本科专业建设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西安交通大学 2026 首届具身智能专业实验平台探索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契合国家战略专业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2026年4月具身智能列入普通高校本科专业目录，西交大首批获批建设。A.T.R.I. 正是为解决本科专业实验落地而生。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桌面级占用与安全防护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尺寸仅 37cm，重量约 1.65kg，桌面即可安全调试运行，彻底解决大型双足机器人占地大、易砸伤摔损的教学痛点。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分层教学实验设计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低年级学生调试 JSON 任务卡与状态机编排；高年级与竞赛队员深入 IMU 姿态解算、ZMP 步态规划及单目视觉伺服。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89888"/>
            <a:ext cx="5285232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4919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模块化开源生态与低成本可持续维护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从竞赛验证走向开放共享的实验生态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04288"/>
            <a:ext cx="49194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全开源技术栈与硬件清单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公开 3D 打印结构图纸、标准串行舵机选型 BOM、STM32 底层固件以及大脑 ROS/Python 状态机工程。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标准通用总线模块化维护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单关节损坏时可实现分钟级热插拔更换，大幅降低实验室后期维保成本与管理负担。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赛教融合良性循环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竞赛提炼出的高鲁棒性算法反哺课堂教学；课堂优秀课题成果直接转化为竞赛进阶技能库。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07  /  项目进展与指标承诺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研发进展与设计目标：求真务实，严谨推进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08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研发当前完成状态（严谨如实说明）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当前处于方案设计与遴选申报阶段，坚决杜绝虚假实测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系统方案设计    </a:t>
            </a: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完成 22 自由度选型构型、大小脑架构划分及五项赛题接口规范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大赛报名与填报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完成陕西赛区特色专项小人形组填报与校内立项备案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仿真环境搭建    </a:t>
            </a:r>
            <a:r>
              <a:rPr sz="1300" b="1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规划中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基于 Webots / PyBullet 搭建 22 自由度机体物理动力学模型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实物样机自组    </a:t>
            </a:r>
            <a:r>
              <a:rPr sz="1300" b="1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规划中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通过资格评审晋级后立即启动硬件采购与 3D 打印装配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五项任务联调    </a:t>
            </a:r>
            <a:r>
              <a:rPr sz="1300" b="1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规划中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先在仿真/借机平台闭环，随后迁移至自组实物机体验证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89888"/>
            <a:ext cx="5285232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4919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校赛阶段设计目标值（设计考核基准）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以下数据为校赛阶段技术设计目标，当前尚未开展实机实测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77440"/>
            <a:ext cx="49194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双足连续行走距离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1.0 m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地面 QR 码识别成功率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90%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本地人脸识别成功率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90%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目标轻物抓取成功率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70%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视觉定位踢球成功率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70%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板载单机离线运行时间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10 min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08  /  实施路线与经费管控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研发实施路线图与预算管控：清晰落地，稳健推进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09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四阶段严密研发与迭代路线图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仿真先行 · 借机联调 · 晋级制作 · 实机打磨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01  阶段一  方案设计与报名（已完成）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逐项核对官方规则硬约束，敲定 22 DOF 拓扑架构与软件协议，完成大赛报名填报。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02  阶段二  仿真与借机验证（进行中）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建立 Webots/PyBullet 物理动力学环境；借用校内同构双足机体验证串口指令与状态机闭环。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03  阶段三  硬件自组与离线实测（晋级后）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启动新增 3600 元预算采购，完成 3D 打印与组装；实现双足连续行走与全离线五任务测试。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04  阶段四  全流程彩排与视频拍摄（冲刺期）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拍摄 3 分钟官方演示视频，针对弱光、复杂桌面等极端边缘工况做鲁棒性优化。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89888"/>
            <a:ext cx="5285232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4919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极低新增硬件样机预算清单（约 3600 元）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核心计算板由实验室既有资源提供，仅计新增采购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267712"/>
            <a:ext cx="4919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22 路标准总线舵机及驱动控制板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2000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高可靠性金属齿轮总线舵机，具备角度/温度反馈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11.1V 3S 锂动力电池及电源管理板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300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提供充足大电流放电余量与多路独立降压稳压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高强度 3D 打印结构件及金属连接件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600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轻量化机身，骨架预留金属加强件安装孔位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单目广角相机 + 环形阵列麦克风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400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满足全视场畸变校正与离线语音高保真降噪拾音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双臂抓取夹爪及杂项装配耗材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300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机械夹爪、线束、螺丝及缓冲防护配件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5532120"/>
            <a:ext cx="4919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晋级后新增样机总预算    </a:t>
            </a:r>
            <a:r>
              <a:rPr sz="16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3600 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09  /  团队分工与导师力量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团队成员与指导教师：跨学科自主研发攻坚体系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10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周柏宇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项目统筹 / 系统集成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负责大赛申报填报、材料统筹、答辩汇报及全系统软硬件联调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何浩睿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负责人 / 机械与步态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 22 DOF 机械拓扑设计、3D 打印装配、STM32 与双足运动学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胡晟瑞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算法研发 / 视觉感知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负责单目广角相机目标检测、人脸库特征匹配及地面二维码解析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王旭琪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系统架构 / 交互与仿真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负责大脑任务状态机开发、离线语音交互编排及 Webots 仿真环境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927080" cy="157276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864608"/>
            <a:ext cx="10561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指导教师团队：陈妍 老师  ·  李璐 老师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指导方向：依托西安交通大学具身智能与机器人重点教学科研平台，全程进行技术方案路线把关、仿真与硬件实验环境协调、竞赛申报合规性审查及工程规范指导。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ser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3200400" cy="987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148840"/>
            <a:ext cx="6126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让每一张桌面，都拥有具身智能的实验场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A.T.R.I. 桌面自主人形智能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126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中国国际大学生创新大赛 (2026) · 陕西赛区特色专项 · 小人形组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申报单位：西安交通大学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项目团队：何浩睿 · 周柏宇 · 胡晟瑞 · 王旭琪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指导教师：陈妍 · 李璐</a:t>
            </a:r>
          </a:p>
          <a:p>
            <a:pPr>
              <a:spcBef>
                <a:spcPts val="300"/>
              </a:spcBef>
            </a:pPr>
            <a:r>
              <a:rPr sz="8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恳请各位专家评委批评指正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