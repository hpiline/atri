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pic>
        <p:nvPicPr>
          <p:cNvPr id="4" name="Image 0" descr="A.T.R.I.-宣传PPT-v2/assets/hero-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70D">
              <a:alpha val="7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中国国际大学生创新大赛（2026）· 陕西赛区特色专项 · 人形机器人专项 · 小人形组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桌面自主人形智能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B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Tabletop Robotic Intelligence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F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一台机器人，跑完五项任务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A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评审遴选汇报 · 项目简称 A.T.R.I. · 西安交通大学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32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我们不是做一台“会走路的机器人”，</a:t>
            </a:r>
            <a:endParaRPr lang="en-US" sz="3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32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而是把五项人形机器人任务，压缩成一张可配置的任务卡。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97280" y="457200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61872" y="47365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统一任务描述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5394960"/>
            <a:ext cx="237744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457200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47365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离线自主执行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5394960"/>
            <a:ext cx="237744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457200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45552" y="47365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低成本可复现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09560" y="5394960"/>
            <a:ext cx="237744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现在的人形机器人教育，贵、散、封闭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993392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265176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全尺寸人形机器人体积大、价格高，本科教学难以大规模配置。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99339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五大任务散落在不同平台，训练、演示和交接成本都很高。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99339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封闭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75320" y="265176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4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成品竞赛套件上手快，但软件固定，二次开发与任务扩展困难。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所以，我们做了 A.T.R.I.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一张图看懂 A.T.R.I.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182248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描述指令与参数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2697480"/>
            <a:ext cx="292608" cy="64008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9659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18224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大脑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18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 / 决策 / 离线语音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61888" y="2697480"/>
            <a:ext cx="292608" cy="64008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9659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18224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小脑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步态 / 姿态 / 舵机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50808" y="2697480"/>
            <a:ext cx="292608" cy="64008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19659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182248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机器人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8972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自由度双足平台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937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全程本地处理 · 默认离线运行 · 断网后继续自主工作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核心技术链：不是堆模块，而是一条技术链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31C36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统一描述任务与参数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81528" y="2743200"/>
            <a:ext cx="219456" cy="54864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9202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31C36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多任务统一调度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70448" y="2743200"/>
            <a:ext cx="219456" cy="54864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19202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31C36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8076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技能库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动作/语音/视觉复用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59368" y="2743200"/>
            <a:ext cx="219456" cy="54864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9680" y="19202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31C36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86968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感知闭环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检测→调整→再检测→执行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F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新增任务 = 增加一张任务卡 + 一个技能模块，不需要重写整机逻辑。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MISSIONS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五项任务，一个平台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9933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人脸识别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 → 特征 → 匹配 → 播报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15768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199339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944368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二维码循迹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44368" y="26517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 → 解码 → 按路径行走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74336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38928" y="199339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5202936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物品搬运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26517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 → 对齐 → 抓取 → 释放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32904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97496" y="199339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7461504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体育运动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61504" y="26517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 → 调整朝向 → 踢球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91472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56064" y="1993392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Text 24"/>
          <p:cNvSpPr/>
          <p:nvPr/>
        </p:nvSpPr>
        <p:spPr>
          <a:xfrm>
            <a:off x="9720072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娱乐休闲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0072" y="2651760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 → 动作 → 语音 → 音乐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同一套硬件与状态机，切换任务只需换一张任务卡。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BY DEFAULT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默认离线，断网也能自主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F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拔掉网线，任务继续。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0" y="173736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93792" y="190195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1488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全部本地处理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2560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人脸、二维码、语音、状态机全部在板载计算单元运行。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24612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93792" y="341071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3657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不怕现场断网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40690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现场关闭网络后，识别、决策、控制与交互继续执行。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475488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93792" y="491947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51663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数据不出设备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7800" y="55778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适合课堂、竞赛与实验室等敏感场景。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个自由度，3 个关键数字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pic>
        <p:nvPicPr>
          <p:cNvPr id="8" name="Image 0" descr="A.T.R.I.-宣传PPT-v2/assets/hardware-expl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54480"/>
            <a:ext cx="5029200" cy="4754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7373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828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10896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E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06240" y="1874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双腿 10 · 双臂 8 · 躯干 2 · 头部 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10896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E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06240" y="3200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桌面级紧凑尺寸，适合实验室与教室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43891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¥3600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108960" y="4663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E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样机预算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206240" y="4526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复用实验室设备，低成本可复现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为什么是我们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90195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低成本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自组构型 + 实验室设备复用，样机预算约 ¥3600。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90195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一体化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五项任务共享同一套软硬件，一机完成全部赛题。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90195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可扩展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25603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任务卡化配置，课程、竞赛、二次开发都能复用。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全尺寸人形 ➜ 教育双足 ➜ 成品套件  →  A.T.R.I.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计算机 × 电子 × 自动化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94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学科交叉，覆盖感知、控制、硬件与系统集成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2560320"/>
            <a:ext cx="685800" cy="685800"/>
          </a:xfrm>
          <a:prstGeom prst="ellipse">
            <a:avLst/>
          </a:prstGeom>
          <a:solidFill>
            <a:srgbClr val="1B245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63347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何浩睿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项目负责人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389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机械结构 · 双足步态 · 舵机配置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2860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2560320"/>
            <a:ext cx="685800" cy="685800"/>
          </a:xfrm>
          <a:prstGeom prst="ellipse">
            <a:avLst/>
          </a:prstGeom>
          <a:solidFill>
            <a:srgbClr val="1B245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263347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周柏宇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项目统筹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4389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系统集成 · 报名答辩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2860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560320"/>
            <a:ext cx="685800" cy="685800"/>
          </a:xfrm>
          <a:prstGeom prst="ellipse">
            <a:avLst/>
          </a:prstGeom>
          <a:solidFill>
            <a:srgbClr val="1B245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263347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胡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胡晟瑞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视觉感知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4389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人脸识别 · 二维码 · 物体检测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22860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2560320"/>
            <a:ext cx="685800" cy="685800"/>
          </a:xfrm>
          <a:prstGeom prst="ellipse">
            <a:avLst/>
          </a:prstGeom>
          <a:solidFill>
            <a:srgbClr val="1B245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63347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王旭琪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交互与仿真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52360" y="4389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 · 离线语音 · 仿真环境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01200" y="22860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14432" y="2560320"/>
            <a:ext cx="685800" cy="685800"/>
          </a:xfrm>
          <a:prstGeom prst="ellipse">
            <a:avLst/>
          </a:prstGeom>
          <a:solidFill>
            <a:srgbClr val="1B245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14432" y="263347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6012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张景昆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 · 新增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38360" y="4389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运动控制 · 硬件支持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指导老师：陈妍 · 李璐（技术方向把关 / 设备协调）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先验证，再投入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31C36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E5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报名与方案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合规构型 + 五项任务路线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0–100 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31C36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仿真 / 借机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2044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跑通五项任务最小闭环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0–500 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31C36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自组样机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5508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DOF 样机逐项联调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1500–3500 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201168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31C36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省赛冲刺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8972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补强演示与训练数据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按经费/赞助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同一套任务卡与接口贯穿全程，进展可平滑迁移、可留痕。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为什么我们说的不是空话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9933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仿真先行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65176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Webots / PyBullet 先验证步态与视觉任务，不烧硬件盲试。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7992" y="199339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借机联调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优先借用实验室双足平台，跑通最小闭环并录制证据。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1993392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研发日志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65176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3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设计、代码、测试、BOM 同步留痕，材料可追溯。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F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“仿真 → 借机 → 样机”共用同一套接口，验证结果直接迁移。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A.T.R.I.-宣传PPT-v2/assets/lab-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060B">
              <a:alpha val="7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让低成本桌面双足机器人，成为具身智能教育的公共基础设施。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371600" y="45720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36192" y="47365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Text 9"/>
          <p:cNvSpPr/>
          <p:nvPr/>
        </p:nvSpPr>
        <p:spPr>
          <a:xfrm>
            <a:off x="160020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5394960"/>
            <a:ext cx="219456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45720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36592" y="47365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可扩展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0600" y="5394960"/>
            <a:ext cx="219456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0" y="457200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31C36"/>
          </a:solidFill>
          <a:ln w="12700">
            <a:solidFill>
              <a:srgbClr val="28406E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36992" y="4736592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0" name="Text 17"/>
          <p:cNvSpPr/>
          <p:nvPr/>
        </p:nvSpPr>
        <p:spPr>
          <a:xfrm>
            <a:off x="800100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可负担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01000" y="5394960"/>
            <a:ext cx="219456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 · 人形机器人专项 · 小人形组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pic>
        <p:nvPicPr>
          <p:cNvPr id="6" name="Image 0" descr="A.T.R.I.-宣传PPT-v2/assets/hero-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060B">
              <a:alpha val="7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8288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A.T.R.I.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F8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一台机器人，一个统一任务链，让具身智能实验走进课堂与赛场。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7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恳请各位专家给予支持与指导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A.T.R.I. 项目组 · 西安交通大学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B3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项目负责人：何浩睿 ｜ 指导老师：陈妍 · 李璐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2026-09-07T04:41:41Z</dcterms:created>
  <dcterms:modified xsi:type="dcterms:W3CDTF">2026-09-07T04:41:41Z</dcterms:modified>
</cp:coreProperties>
</file>